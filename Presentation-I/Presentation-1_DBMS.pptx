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-594360"/>
            <a:ext cx="2057400" cy="2057400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94360" y="5349240"/>
            <a:ext cx="1508760" cy="1508760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2C9D3"/>
                </a:solidFill>
                <a:latin typeface="Aptos"/>
              </a:defRPr>
            </a:pPr>
            <a:r>
              <a:t>DBMS MINI PROJECT  •  FACULTY REVIEW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81381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Examination Scheduling and</a:t>
            </a:r>
            <a:br/>
            <a:r>
              <a:t>Result Processing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530352" cy="73152"/>
          </a:xfrm>
          <a:prstGeom prst="rect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8412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D2D7EB"/>
                </a:solidFill>
                <a:latin typeface="Aptos"/>
              </a:defRPr>
            </a:pPr>
            <a:r>
              <a:t>A database-driven system for examination scheduling,</a:t>
            </a:r>
            <a:br/>
            <a:r>
              <a:t>hall allocation and result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74920"/>
            <a:ext cx="9875520" cy="777240"/>
          </a:xfrm>
          <a:prstGeom prst="roundRect">
            <a:avLst/>
          </a:prstGeom>
          <a:solidFill>
            <a:srgbClr val="1E264E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23951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32C9D3"/>
                </a:solidFill>
                <a:latin typeface="Aptos"/>
              </a:defRPr>
            </a:pPr>
            <a:r>
              <a:t>PROJECT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449824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Lade Bilvesh Datta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23951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32C9D3"/>
                </a:solidFill>
                <a:latin typeface="Aptos"/>
              </a:defRPr>
            </a:pPr>
            <a:r>
              <a:t>ROLL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449824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25WU0102135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523951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32C9D3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5449824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AIML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23951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32C9D3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449824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Woxsen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BEC3DC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3258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96E82"/>
                </a:solidFill>
                <a:latin typeface="Aptos"/>
              </a:defRPr>
            </a:pPr>
            <a:r>
              <a:t>The system provides a centralized way to manage the major activities involved in examination scheduling and result processing.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05740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28600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0428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2267712"/>
            <a:ext cx="229514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Centralized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278892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Student, course, examination, faculty and hall information is maintained in a structured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05740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60" y="228600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30428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267712"/>
            <a:ext cx="229514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Exam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278892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Schedules, hall allocations and invigilator assignments can be organized through related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05740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0" y="228600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30428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267712"/>
            <a:ext cx="229514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Result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743200"/>
            <a:ext cx="278892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Marks and results are maintained against the appropriate students, examinations and courses.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892040"/>
            <a:ext cx="10287000" cy="685800"/>
          </a:xfrm>
          <a:prstGeom prst="roundRect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084064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Goal: make examination information easier to store, manage, retrieve and update.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325880"/>
            <a:ext cx="10149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6E82"/>
                </a:solidFill>
                <a:latin typeface="Aptos"/>
              </a:defRPr>
            </a:pPr>
            <a:r>
              <a:t>Manual examination management can be slow, error-prone and difficult to scale across departments and semesters.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96596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194560"/>
            <a:ext cx="384048" cy="384048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21284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2176272"/>
            <a:ext cx="3849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Manual Scheduling Delays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4343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Preparing exam timetables by hand takes time and involves repetitive work for staff.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6596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0" y="2194560"/>
            <a:ext cx="384048" cy="384048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176272"/>
            <a:ext cx="3849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Exam Clashes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4343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Students may end up with two examinations scheduled at the same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6576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8720" y="3886200"/>
            <a:ext cx="384048" cy="384048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904487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867912"/>
            <a:ext cx="3849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Room Allocation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43400"/>
            <a:ext cx="4343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Halls may be assigned without consistently checking seating capacity or availability.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657600"/>
            <a:ext cx="4800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0" y="3886200"/>
            <a:ext cx="384048" cy="384048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904487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3867912"/>
            <a:ext cx="38496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Delayed Result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43400"/>
            <a:ext cx="4343400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Manual marks entry and calculation can delay publication of results.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508760"/>
            <a:ext cx="457200" cy="457200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9105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49961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34B"/>
                </a:solidFill>
                <a:latin typeface="Aptos"/>
              </a:defRPr>
            </a:pPr>
            <a:r>
              <a:t>Generate exam timetables across courses and semesters in an organized manner.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14015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2257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34B"/>
                </a:solidFill>
                <a:latin typeface="Aptos"/>
              </a:defRPr>
            </a:pPr>
            <a:r>
              <a:t>Maintain a centralized, structured database of student and course records.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54679"/>
            <a:ext cx="457200" cy="457200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36975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4553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34B"/>
                </a:solidFill>
                <a:latin typeface="Aptos"/>
              </a:defRPr>
            </a:pPr>
            <a:r>
              <a:t>Assign examination halls and faculty invigilators based on capacity and availability.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77639"/>
            <a:ext cx="457200" cy="457200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59935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6849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34B"/>
                </a:solidFill>
                <a:latin typeface="Aptos"/>
              </a:defRPr>
            </a:pPr>
            <a:r>
              <a:t>Record marks and compute grades and results with minimal manual effort.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828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9145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D334B"/>
                </a:solidFill>
                <a:latin typeface="Aptos"/>
              </a:defRPr>
            </a:pPr>
            <a:r>
              <a:t>Reduce human error and turnaround time across the examination 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69164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0992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67335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Student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Add, update, delete and view student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6304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169164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0992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67335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Course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Maintain course names, IDs and credit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46304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8120" y="169164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70992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67335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Examination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14884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Create, update, delete and view examination schedules.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0332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393192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9502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7" y="391363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Faculty &amp; Hall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38912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Maintain faculty and examination-hall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0332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80560" y="393192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9502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91363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Allocation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38912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Assign halls and invigilators to examinations.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70332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18120" y="393192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9502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91363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Marks &amp;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38912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Enter marks and maintain/view student results.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WHAT THE SYSTEM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64592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6642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62763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Centralized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12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Related examination records are stored in structured tables.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164592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642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162763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CRUD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0312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Relevant modules support insertion, updating, deletion and viewing.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41732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8120" y="164592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6642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62763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Hall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10312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Examinations can be linked with available examination halls.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65760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388620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904487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7" y="3867912"/>
            <a:ext cx="2020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Invigilator Assignment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34340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Faculty can be associated with examinations.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65760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80560" y="388620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904487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386791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Marks 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34340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Marks can be recorded for students against examinations.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657600"/>
            <a:ext cx="29718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18120" y="388620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904487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3867912"/>
            <a:ext cx="202082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Result Viewing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343400"/>
            <a:ext cx="2514600" cy="8961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Student results can be maintained and retrieved.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</a:defRPr>
            </a:pPr>
            <a:r>
              <a:t>PROJECT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</a:defRPr>
            </a:pPr>
            <a:r>
              <a:t>Project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32588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96E82"/>
                </a:solidFill>
              </a:defRPr>
            </a:pPr>
            <a:r>
              <a:t>The project focuses on core academic examination scheduling and result-processing activities.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14884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311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21305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</a:defRPr>
            </a:pPr>
            <a:r>
              <a:t>Exam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2514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96E82"/>
                </a:solidFill>
              </a:defRPr>
            </a:pPr>
            <a:r>
              <a:t>Create and manage examination schedules linked to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2024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214884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2311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21305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</a:defRPr>
            </a:pPr>
            <a:r>
              <a:t>Hall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40"/>
            <a:ext cx="2514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96E82"/>
                </a:solidFill>
              </a:defRPr>
            </a:pPr>
            <a:r>
              <a:t>Assign examination halls while maintaining hall information and capacity.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92024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18120" y="214884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2311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13055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</a:defRPr>
            </a:pPr>
            <a:r>
              <a:t>Invigilator Assignment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606040"/>
            <a:ext cx="2514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96E82"/>
                </a:solidFill>
              </a:defRPr>
            </a:pPr>
            <a:r>
              <a:t>Associate faculty members with examinations for invigilation.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88620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411480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19709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7" y="40965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</a:defRPr>
            </a:pPr>
            <a:r>
              <a:t>Marks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72000"/>
            <a:ext cx="2514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96E82"/>
                </a:solidFill>
              </a:defRPr>
            </a:pPr>
            <a:r>
              <a:t>Record marks obtained by students for their examinations.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88620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80560" y="411480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19709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1768" y="40965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</a:defRPr>
            </a:pPr>
            <a:r>
              <a:t>Result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572000"/>
            <a:ext cx="2514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96E82"/>
                </a:solidFill>
              </a:defRPr>
            </a:pPr>
            <a:r>
              <a:t>Maintain course-wise student grades and result status.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88620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18120" y="411480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19709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0965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82043"/>
                </a:solidFill>
              </a:defRPr>
            </a:pPr>
            <a:r>
              <a:t>Reporting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572000"/>
            <a:ext cx="25146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96E82"/>
                </a:solidFill>
              </a:defRPr>
            </a:pPr>
            <a:r>
              <a:t>Provide access to organized examination and result information.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4892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173736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5564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7" y="171907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Reduced Scheduling Conflicts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94560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Organized scheduling helps reduce clashes and allocation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08760"/>
            <a:ext cx="4892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173736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5564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171907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Faster Result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Structured marks and result records support quicker processing.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246120"/>
            <a:ext cx="4892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000" y="347472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4930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345643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Better Data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31920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A centralized database keeps student, course and exam records consistent.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246120"/>
            <a:ext cx="4892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60" y="3474720"/>
            <a:ext cx="384048" cy="384048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49300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345643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Accurate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31920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Organized records support reliable examination and result information.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074920"/>
            <a:ext cx="10058400" cy="685800"/>
          </a:xfrm>
          <a:prstGeom prst="roundRect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239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Improved Efficiency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23036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CE1F5"/>
                </a:solidFill>
                <a:latin typeface="Aptos"/>
              </a:defRPr>
            </a:pPr>
            <a:r>
              <a:t>Overall examination administration becomes more organized and dependable.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19088"/>
          </a:xfrm>
          <a:prstGeom prst="rect">
            <a:avLst/>
          </a:prstGeom>
          <a:solidFill>
            <a:srgbClr val="F7F8FC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0352" y="502920"/>
            <a:ext cx="347472" cy="347472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43891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2C9D3"/>
                </a:solidFill>
                <a:latin typeface="Aptos"/>
              </a:defRPr>
            </a:pPr>
            <a:r>
              <a:t>PLANNED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68580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82043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029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96E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325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6E82"/>
                </a:solidFill>
                <a:latin typeface="Aptos"/>
              </a:defRPr>
            </a:pPr>
            <a:r>
              <a:t>Beyond the initial system, additional capabilities can be added as the project develops.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057400"/>
            <a:ext cx="384048" cy="384048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7568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203911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Online Hall Ticket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Students can download system-generated hall tickets before examinations.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28800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0" y="2057400"/>
            <a:ext cx="384048" cy="384048"/>
          </a:xfrm>
          <a:prstGeom prst="ellipse">
            <a:avLst/>
          </a:prstGeom>
          <a:solidFill>
            <a:srgbClr val="182043"/>
          </a:solidFill>
          <a:ln>
            <a:solidFill>
              <a:srgbClr val="18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7568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3911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Student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14600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A self-service portal for schedules, hall tickets and result viewing.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383280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361188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63016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59359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Email / SMS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69080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Automatic alerts for exam dates, hall changes and result announcements.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383280"/>
            <a:ext cx="4892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BE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0" y="3611880"/>
            <a:ext cx="384048" cy="384048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630168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0568" y="3593592"/>
            <a:ext cx="394106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82043"/>
                </a:solidFill>
                <a:latin typeface="Aptos"/>
              </a:defRPr>
            </a:pPr>
            <a:r>
              <a:t>Mobile App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69080"/>
            <a:ext cx="4434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696E82"/>
                </a:solidFill>
                <a:latin typeface="Aptos"/>
              </a:defRPr>
            </a:pPr>
            <a:r>
              <a:t>A companion app for convenient student and faculty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83480"/>
            <a:ext cx="10058400" cy="685800"/>
          </a:xfrm>
          <a:prstGeom prst="roundRect">
            <a:avLst/>
          </a:prstGeom>
          <a:solidFill>
            <a:srgbClr val="1E264E"/>
          </a:solidFill>
          <a:ln>
            <a:solidFill>
              <a:srgbClr val="1E2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1389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138928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CE1F5"/>
                </a:solidFill>
                <a:latin typeface="Aptos"/>
              </a:defRPr>
            </a:pPr>
            <a:r>
              <a:t>Visual insights into pass rates, performance trends and hall utilization.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696E82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44200" y="-457200"/>
            <a:ext cx="2011680" cy="2011680"/>
          </a:xfrm>
          <a:prstGeom prst="ellipse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02920" y="5303520"/>
            <a:ext cx="1554480" cy="1554480"/>
          </a:xfrm>
          <a:prstGeom prst="ellipse">
            <a:avLst/>
          </a:prstGeom>
          <a:solidFill>
            <a:srgbClr val="7056C4"/>
          </a:solidFill>
          <a:ln>
            <a:solidFill>
              <a:srgbClr val="705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2C9D3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A structured approach to</a:t>
            </a:r>
            <a:br/>
            <a:r>
              <a:t>examination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7DCF0"/>
                </a:solidFill>
                <a:latin typeface="Aptos"/>
              </a:defRPr>
            </a:pPr>
            <a:r>
              <a:t>The proposed system centralizes examination scheduling, hall allocation, marks and result processing in a relational database.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3840480" cy="73152"/>
          </a:xfrm>
          <a:prstGeom prst="rect">
            <a:avLst/>
          </a:prstGeom>
          <a:solidFill>
            <a:srgbClr val="32C9D3"/>
          </a:solidFill>
          <a:ln>
            <a:solidFill>
              <a:srgbClr val="32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55664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BEC3DC"/>
                </a:solidFill>
                <a:latin typeface="Aptos"/>
              </a:defRPr>
            </a:pPr>
            <a:r>
              <a:t>Examination Scheduling and Result Processing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