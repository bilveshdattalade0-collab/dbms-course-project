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502920"/>
            <a:ext cx="2103120" cy="2103120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349240"/>
            <a:ext cx="1554480" cy="1554480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C9D3"/>
                </a:solidFill>
                <a:latin typeface="Aptos"/>
              </a:defRPr>
            </a:pPr>
            <a:r>
              <a:t>DBMS MINI PROJECT  •  FACULTY REVIEW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Examination Scheduling and</a:t>
            </a:r>
            <a:br/>
            <a:r>
              <a:t>Result Processing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530352" cy="73152"/>
          </a:xfrm>
          <a:prstGeom prst="rect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7DCF0"/>
                </a:solidFill>
                <a:latin typeface="Aptos"/>
              </a:defRPr>
            </a:pPr>
            <a:r>
              <a:t>Entity–Relationship Diagram and Database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Lade Bilvesh Datta  •  25WU0102135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218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2D7EB"/>
                </a:solidFill>
                <a:latin typeface="Aptos"/>
              </a:defRPr>
            </a:pPr>
            <a:r>
              <a:t>B.Tech – Artificial Intelligence &amp;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2D7EB"/>
                </a:solidFill>
                <a:latin typeface="Aptos"/>
              </a:defRPr>
            </a:pPr>
            <a:r>
              <a:t>Woxsen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Entity–Relationship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7" name="Picture 6" descr="10003963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98" y="1325880"/>
            <a:ext cx="10359698" cy="5166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Entities and Main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152704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6093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08760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8424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Student_ID, Name, Branch, Semester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62272" y="152704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6093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508760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8424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Course_ID, Course_Name, Credits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32588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99832" y="152704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2" y="16093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508760"/>
            <a:ext cx="20573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EXAMINATION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98424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Exam_ID, Course_ID, Exam_Date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60604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4712" y="280720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288950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2788920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FACULTY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26440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Faculty_ID, Faculty_Name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260604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62272" y="280720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288950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2788920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EXAM_HALL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26440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Hall_ID, Hall_Name, Capacity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260604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99832" y="280720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9832" y="288950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788920"/>
            <a:ext cx="20573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MARKS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26440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Marks_ID, Student_ID, Exam_ID, Marks_Obtained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88620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4712" y="408736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4169663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4069080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54456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Result_ID, Student_ID, Course_ID, Grade,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388620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62272" y="408736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2272" y="4169663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4069080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EXAM_INVIGILATOR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54456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Exam_ID, Faculty_ID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388620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99832" y="408736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99832" y="4169663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069080"/>
            <a:ext cx="20573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HALL_ALLOCATION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454456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Exam_ID, Hall_ID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Relationships and Cardinality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39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STUDENT →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4447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479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One student can have many marks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39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EXAMINATION → 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4447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6479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One examination can have many marks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32588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463039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COURSE → EXAMINATION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14447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76479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A course can have multiple examinations.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60604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74320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STUDENT →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2724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0449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A student can have multiple result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260604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74320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COURSE →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724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0449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A course can appear in multiple result records.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260604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274320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EXAMINATION → EXAM_INVIGILATOR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7249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0449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An examination can have multiple invigilator records.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88620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023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FACULTY → EXAM_INVIGILATOR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82112" y="40050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32511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A faculty member can be assigned to multiple examinations.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88620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023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EXAMINATION → HALL_ALLOCATION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40050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32511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An examination can have allocation records.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3886200"/>
            <a:ext cx="2971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4023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82043"/>
                </a:solidFill>
                <a:latin typeface="Aptos"/>
              </a:defRPr>
            </a:pPr>
            <a:r>
              <a:t>EXAM_HALL → HALL_ALLOCATION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40050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32C9D3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32511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96E82"/>
                </a:solidFill>
                <a:latin typeface="Aptos"/>
              </a:defRPr>
            </a:pPr>
            <a:r>
              <a:t>A hall can appear in allocation records.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RELATIONSHIP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Associative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554480"/>
            <a:ext cx="4800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2" y="175564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837943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37360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EXAM_INVIGILATOR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12848"/>
            <a:ext cx="43434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Connects EXAMINATION and FACULTY.</a:t>
            </a:r>
            <a:br/>
            <a:br/>
            <a:r>
              <a:t>Attributes: Exam_ID, Faculty_ID</a:t>
            </a:r>
            <a:br/>
            <a:br/>
            <a:r>
              <a:t>Composite primary key: (Exam_ID, Faculty_ID).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54480"/>
            <a:ext cx="4800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91072" y="175564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837943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737360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HALL_ALLOCATION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12848"/>
            <a:ext cx="434340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Connects EXAMINATION and EXAM_HALL.</a:t>
            </a:r>
            <a:br/>
            <a:br/>
            <a:r>
              <a:t>Attributes: Exam_ID, Hall_ID</a:t>
            </a:r>
            <a:br/>
            <a:br/>
            <a:r>
              <a:t>Composite primary key: (Exam_ID, Hall_ID).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160520"/>
            <a:ext cx="9921240" cy="1005840"/>
          </a:xfrm>
          <a:prstGeom prst="roundRect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70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C9D3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159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These tables represent allocation/assignment links between examinations and other entities.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DATABASE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Relational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353312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53896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STUDENT (Student_ID PK, Name, Branch, Semester)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874519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975103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COURSE (Course_ID PK, Course_Name, Credits)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395727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96311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EXAMINATION (Exam_ID PK, Course_ID FK, Exam_Date)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916935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19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FACULTY (Faculty_ID PK, Faculty_Name)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438143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538727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EXAM_HALL (Hall_ID PK, Hall_Name, Capacity)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959351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59935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MARKS (Marks_ID PK, Student_ID FK, Exam_ID FK, Marks_Obtained)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480559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81144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RESULT (Result_ID PK, Student_ID FK, Course_ID FK, Grade, Status)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001768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102352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EXAM_INVIGILATOR (Exam_ID PK/FK, Faculty_ID PK/FK)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522976"/>
            <a:ext cx="101498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623560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82043"/>
                </a:solidFill>
                <a:latin typeface="Aptos"/>
              </a:defRPr>
            </a:pPr>
            <a:r>
              <a:t>HALL_ALLOCATION (Exam_ID PK/FK, Hall_ID PK/FK)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DATABASE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Keys and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170992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792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39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Primary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67128"/>
            <a:ext cx="2697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Uniquely identify records such as Student_ID, Course_ID, Exam_ID and Marks_ID.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5087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6592" y="170992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92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691639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Foreign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67128"/>
            <a:ext cx="2697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Link related tables, for example Course_ID in EXAMINATION and Student_ID in MARKS.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48472" y="170992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792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39"/>
            <a:ext cx="2240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Composite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67128"/>
            <a:ext cx="2697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EXAM_INVIGILATOR uses (Exam_ID, Faculty_ID); HALL_ALLOCATION uses (Exam_ID, Hall_ID).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94760"/>
            <a:ext cx="4800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4712" y="399592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4078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977640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Referential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53128"/>
            <a:ext cx="434340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Foreign-key relationships keep related examination, student, course, faculty and hall records connected.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7947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91072" y="399592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078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977640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Structured Relationships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53128"/>
            <a:ext cx="475488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The ER model represents entities, attributes, relationships and 1:N cardinalities required by the project.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DESIGN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Normalization and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161848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70078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Separation of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75688"/>
            <a:ext cx="44348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Students, courses, examinations, faculty, halls, marks and results are stored in separate relations.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91072" y="161848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70078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00200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Reduced Redundancy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75688"/>
            <a:ext cx="44348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Related information is linked using primary and foreign keys instead of repeating the same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3756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4712" y="353872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36210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520440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Many-to-Many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995928"/>
            <a:ext cx="44348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Junction tables resolve examination–faculty and examination–hall associations.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337560"/>
            <a:ext cx="4892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91072" y="353872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6210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520440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Consistent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95928"/>
            <a:ext cx="44348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The relational schema follows the entity structure shown in the ER diagram.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257800"/>
            <a:ext cx="10058400" cy="548640"/>
          </a:xfrm>
          <a:prstGeom prst="roundRect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41324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ER model provides the database blueprint for the implementation.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Review II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170992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792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39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ER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67128"/>
            <a:ext cx="2697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Defines the entities, attributes, relationships and cardinalities of the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5087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6592" y="1709928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92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691639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Relational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67128"/>
            <a:ext cx="2697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Maps the ER model into nine related tables with primary and foreign 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48472" y="1709928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79222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39"/>
            <a:ext cx="2240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  <a:latin typeface="Aptos"/>
              </a:defRPr>
            </a:pPr>
            <a:r>
              <a:t>Implementation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67128"/>
            <a:ext cx="26974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696E82"/>
                </a:solidFill>
                <a:latin typeface="Aptos"/>
              </a:defRPr>
            </a:pPr>
            <a:r>
              <a:t>Provides the database structure used for the later UI and CRUD implementation.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77639"/>
            <a:ext cx="10378440" cy="914400"/>
          </a:xfrm>
          <a:prstGeom prst="roundRect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178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C9D3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12394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Database implementation and user-interface demonstration.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204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